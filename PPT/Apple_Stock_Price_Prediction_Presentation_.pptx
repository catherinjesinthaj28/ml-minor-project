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Apple Stock Price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Minor Project</a:t>
            </a:r>
          </a:p>
          <a:p>
            <a:pPr>
              <a:defRPr sz="2400"/>
            </a:pPr>
            <a:r>
              <a:t>Catherin Jesintha 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Predict Apple stock closing prices using Machine Learning and Python.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  <a:defRPr sz="2400"/>
            </a:pPr>
            <a:r>
              <a:rPr dirty="0"/>
              <a:t> Analyze stock data</a:t>
            </a:r>
            <a:r>
              <a:rPr lang="en-IN" dirty="0"/>
              <a:t>.</a:t>
            </a:r>
            <a:endParaRPr dirty="0"/>
          </a:p>
          <a:p>
            <a:pPr>
              <a:buFont typeface="Wingdings" panose="05000000000000000000" pitchFamily="2" charset="2"/>
              <a:buChar char="q"/>
              <a:defRPr sz="2400"/>
            </a:pPr>
            <a:r>
              <a:rPr dirty="0"/>
              <a:t> Train Linear Regression</a:t>
            </a:r>
            <a:r>
              <a:rPr lang="en-IN" dirty="0"/>
              <a:t>.</a:t>
            </a:r>
            <a:endParaRPr dirty="0"/>
          </a:p>
          <a:p>
            <a:pPr>
              <a:buFont typeface="Wingdings" panose="05000000000000000000" pitchFamily="2" charset="2"/>
              <a:buChar char="q"/>
              <a:defRPr sz="2400"/>
            </a:pPr>
            <a:r>
              <a:rPr dirty="0"/>
              <a:t> Predict closing price</a:t>
            </a:r>
            <a:r>
              <a:rPr lang="en-IN" dirty="0"/>
              <a:t>.</a:t>
            </a:r>
            <a:endParaRPr dirty="0"/>
          </a:p>
          <a:p>
            <a:pPr>
              <a:buFont typeface="Wingdings" panose="05000000000000000000" pitchFamily="2" charset="2"/>
              <a:buChar char="q"/>
              <a:defRPr sz="2400"/>
            </a:pPr>
            <a:r>
              <a:rPr dirty="0"/>
              <a:t> Visualize results</a:t>
            </a:r>
            <a:r>
              <a:rPr lang="en-IN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  <a:defRPr sz="2400"/>
            </a:pPr>
            <a:r>
              <a:rPr dirty="0"/>
              <a:t>Python</a:t>
            </a:r>
            <a:r>
              <a:rPr lang="en-IN" dirty="0"/>
              <a:t>.</a:t>
            </a:r>
            <a:endParaRPr dirty="0"/>
          </a:p>
          <a:p>
            <a:pPr>
              <a:buFont typeface="Wingdings" panose="05000000000000000000" pitchFamily="2" charset="2"/>
              <a:buChar char="v"/>
              <a:defRPr sz="2400"/>
            </a:pPr>
            <a:r>
              <a:rPr dirty="0"/>
              <a:t>Pandas</a:t>
            </a:r>
            <a:r>
              <a:rPr lang="en-IN" dirty="0"/>
              <a:t>.</a:t>
            </a:r>
            <a:endParaRPr dirty="0"/>
          </a:p>
          <a:p>
            <a:pPr>
              <a:buFont typeface="Wingdings" panose="05000000000000000000" pitchFamily="2" charset="2"/>
              <a:buChar char="v"/>
              <a:defRPr sz="2400"/>
            </a:pPr>
            <a:r>
              <a:rPr dirty="0"/>
              <a:t>Matplotlib</a:t>
            </a:r>
            <a:r>
              <a:rPr lang="en-IN" dirty="0"/>
              <a:t>.</a:t>
            </a:r>
            <a:endParaRPr dirty="0"/>
          </a:p>
          <a:p>
            <a:pPr>
              <a:buFont typeface="Wingdings" panose="05000000000000000000" pitchFamily="2" charset="2"/>
              <a:buChar char="v"/>
              <a:defRPr sz="2400"/>
            </a:pPr>
            <a:r>
              <a:rPr dirty="0"/>
              <a:t>Scikit-learn</a:t>
            </a:r>
            <a:r>
              <a:rPr lang="en-IN" dirty="0"/>
              <a:t>.</a:t>
            </a:r>
            <a:endParaRPr dirty="0"/>
          </a:p>
          <a:p>
            <a:pPr>
              <a:buFont typeface="Wingdings" panose="05000000000000000000" pitchFamily="2" charset="2"/>
              <a:buChar char="v"/>
              <a:defRPr sz="2400"/>
            </a:pPr>
            <a:r>
              <a:rPr dirty="0"/>
              <a:t>VS Code</a:t>
            </a:r>
            <a:r>
              <a:rPr lang="en-IN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/>
              <a:t>AAPL.csv</a:t>
            </a:r>
          </a:p>
          <a:p>
            <a:pPr>
              <a:defRPr sz="2400"/>
            </a:pPr>
            <a:r>
              <a:rPr dirty="0"/>
              <a:t>Features: Open, High, Low, Volume</a:t>
            </a:r>
            <a:r>
              <a:rPr lang="en-IN" dirty="0"/>
              <a:t>.</a:t>
            </a:r>
            <a:endParaRPr dirty="0"/>
          </a:p>
          <a:p>
            <a:pPr>
              <a:defRPr sz="2400"/>
            </a:pPr>
            <a:r>
              <a:rPr dirty="0"/>
              <a:t>Target: Close</a:t>
            </a:r>
            <a:r>
              <a:rPr lang="en-IN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/>
              <a:t>Load Data</a:t>
            </a:r>
            <a:r>
              <a:rPr lang="en-IN" dirty="0"/>
              <a:t>.</a:t>
            </a:r>
            <a:endParaRPr dirty="0"/>
          </a:p>
          <a:p>
            <a:pPr>
              <a:defRPr sz="2400"/>
            </a:pPr>
            <a:r>
              <a:rPr dirty="0"/>
              <a:t>Preprocess</a:t>
            </a:r>
            <a:r>
              <a:rPr lang="en-IN" dirty="0"/>
              <a:t>.</a:t>
            </a:r>
            <a:endParaRPr dirty="0"/>
          </a:p>
          <a:p>
            <a:pPr>
              <a:defRPr sz="2400"/>
            </a:pPr>
            <a:r>
              <a:rPr dirty="0"/>
              <a:t>Split Data</a:t>
            </a:r>
            <a:r>
              <a:rPr lang="en-IN" dirty="0"/>
              <a:t>.</a:t>
            </a:r>
            <a:endParaRPr dirty="0"/>
          </a:p>
          <a:p>
            <a:pPr>
              <a:defRPr sz="2400"/>
            </a:pPr>
            <a:r>
              <a:rPr dirty="0"/>
              <a:t>Train</a:t>
            </a:r>
            <a:r>
              <a:rPr lang="en-IN" dirty="0"/>
              <a:t>.</a:t>
            </a:r>
            <a:endParaRPr dirty="0"/>
          </a:p>
          <a:p>
            <a:pPr>
              <a:defRPr sz="2400"/>
            </a:pPr>
            <a:r>
              <a:rPr dirty="0"/>
              <a:t>Predict</a:t>
            </a:r>
            <a:r>
              <a:rPr lang="en-IN" dirty="0"/>
              <a:t>.</a:t>
            </a:r>
            <a:endParaRPr dirty="0"/>
          </a:p>
          <a:p>
            <a:pPr>
              <a:defRPr sz="2400"/>
            </a:pPr>
            <a:r>
              <a:rPr dirty="0"/>
              <a:t>Evaluate</a:t>
            </a:r>
            <a:r>
              <a:rPr lang="en-IN" dirty="0"/>
              <a:t>.</a:t>
            </a:r>
            <a:endParaRPr dirty="0"/>
          </a:p>
          <a:p>
            <a:pPr>
              <a:defRPr sz="2400"/>
            </a:pPr>
            <a:r>
              <a:rPr dirty="0"/>
              <a:t>Visualize</a:t>
            </a:r>
            <a:r>
              <a:rPr lang="en-IN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lang="en-IN" dirty="0"/>
              <a:t>Linear Regression.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  <a:defRPr sz="2400"/>
            </a:pPr>
            <a:r>
              <a:rPr dirty="0"/>
              <a:t>Model trained successfully.</a:t>
            </a:r>
          </a:p>
          <a:p>
            <a:pPr>
              <a:buFont typeface="Wingdings" panose="05000000000000000000" pitchFamily="2" charset="2"/>
              <a:buChar char="ü"/>
              <a:defRPr sz="2400"/>
            </a:pPr>
            <a:r>
              <a:rPr dirty="0"/>
              <a:t>Actual vs Predicted graph generated.</a:t>
            </a:r>
          </a:p>
          <a:p>
            <a:pPr>
              <a:buFont typeface="Wingdings" panose="05000000000000000000" pitchFamily="2" charset="2"/>
              <a:buChar char="ü"/>
              <a:defRPr sz="2400"/>
            </a:pPr>
            <a:r>
              <a:rPr dirty="0"/>
              <a:t>R² Score and MAE calculated.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Developed the ML model in Python (VS Code).</a:t>
            </a:r>
          </a:p>
          <a:p>
            <a:r>
              <a:rPr dirty="0"/>
              <a:t>Created a </a:t>
            </a:r>
            <a:r>
              <a:rPr dirty="0" err="1"/>
              <a:t>Streamlit</a:t>
            </a:r>
            <a:r>
              <a:rPr dirty="0"/>
              <a:t> app (app.py).</a:t>
            </a:r>
          </a:p>
          <a:p>
            <a:r>
              <a:rPr dirty="0"/>
              <a:t>Uploaded the project to GitHub.</a:t>
            </a:r>
          </a:p>
          <a:p>
            <a:r>
              <a:rPr dirty="0"/>
              <a:t>Deployed the app on </a:t>
            </a:r>
            <a:r>
              <a:rPr dirty="0" err="1"/>
              <a:t>Streamlit</a:t>
            </a:r>
            <a:r>
              <a:rPr dirty="0"/>
              <a:t> Cloud.</a:t>
            </a:r>
          </a:p>
          <a:p>
            <a:r>
              <a:rPr dirty="0"/>
              <a:t>Faculty can open the public link in a browser to view the dataset and prediction output.</a:t>
            </a:r>
          </a:p>
          <a:p>
            <a:r>
              <a:rPr dirty="0"/>
              <a:t>GitHub repository provides the complete source code.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/>
              <a:t>Machine Learning can predict stock prices using historical data.</a:t>
            </a:r>
          </a:p>
        </p:txBody>
      </p:sp>
    </p:spTree>
    <p:extLst>
      <p:ext uri="{BB962C8B-B14F-4D97-AF65-F5344CB8AC3E}">
        <p14:creationId xmlns:p14="http://schemas.microsoft.com/office/powerpoint/2010/main" val="207753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6304E2-5D0E-A465-9A6F-99FAB49CA71F}"/>
              </a:ext>
            </a:extLst>
          </p:cNvPr>
          <p:cNvSpPr txBox="1"/>
          <p:nvPr/>
        </p:nvSpPr>
        <p:spPr>
          <a:xfrm>
            <a:off x="764498" y="464696"/>
            <a:ext cx="7615003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/>
              <a:t>Project Link.</a:t>
            </a:r>
          </a:p>
          <a:p>
            <a:endParaRPr lang="en-IN" sz="3600" dirty="0"/>
          </a:p>
          <a:p>
            <a:r>
              <a:rPr lang="en-IN" sz="3600" dirty="0" err="1"/>
              <a:t>Github</a:t>
            </a:r>
            <a:r>
              <a:rPr lang="en-IN" sz="3600" dirty="0"/>
              <a:t> link- </a:t>
            </a:r>
            <a:r>
              <a:rPr lang="en-IN" sz="2400" dirty="0"/>
              <a:t>https://github.com/CatherinJesinthaJ28/ML-MINOR-PROJECT</a:t>
            </a:r>
          </a:p>
          <a:p>
            <a:r>
              <a:rPr lang="en-IN" sz="3600" dirty="0" err="1"/>
              <a:t>Streamlit</a:t>
            </a:r>
            <a:r>
              <a:rPr lang="en-IN" sz="3600" dirty="0"/>
              <a:t> link- </a:t>
            </a:r>
            <a:r>
              <a:rPr lang="en-IN" sz="2400" dirty="0"/>
              <a:t>https://ml-minor-project-catherin.streamlit.app/</a:t>
            </a:r>
          </a:p>
          <a:p>
            <a:endParaRPr lang="en-IN" sz="4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064E3D-69D4-06B3-FFF0-46D58C78E300}"/>
              </a:ext>
            </a:extLst>
          </p:cNvPr>
          <p:cNvSpPr/>
          <p:nvPr/>
        </p:nvSpPr>
        <p:spPr>
          <a:xfrm>
            <a:off x="2422585" y="4523282"/>
            <a:ext cx="369921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YOU.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22558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209</Words>
  <Application>Microsoft Office PowerPoint</Application>
  <PresentationFormat>On-screen Show (4:3)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Office Theme</vt:lpstr>
      <vt:lpstr>Apple Stock Price Prediction Using Machine Learning</vt:lpstr>
      <vt:lpstr>Introduction</vt:lpstr>
      <vt:lpstr>Objectives</vt:lpstr>
      <vt:lpstr>Tools</vt:lpstr>
      <vt:lpstr>Dataset</vt:lpstr>
      <vt:lpstr>Methodology</vt:lpstr>
      <vt:lpstr>Algorithm</vt:lpstr>
      <vt:lpstr>Results</vt:lpstr>
      <vt:lpstr>Project Deployment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Catherin Jesintha J</cp:lastModifiedBy>
  <cp:revision>2</cp:revision>
  <dcterms:created xsi:type="dcterms:W3CDTF">2013-01-27T09:14:16Z</dcterms:created>
  <dcterms:modified xsi:type="dcterms:W3CDTF">2026-07-15T16:02:17Z</dcterms:modified>
  <cp:category/>
</cp:coreProperties>
</file>