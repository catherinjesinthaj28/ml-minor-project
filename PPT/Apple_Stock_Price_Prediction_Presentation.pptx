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081113"/>
            <a:ext cx="7772400" cy="1470025"/>
          </a:xfrm>
        </p:spPr>
        <p:txBody>
          <a:bodyPr/>
          <a:lstStyle/>
          <a:p>
            <a:r>
              <a:rPr dirty="0"/>
              <a:t>Apple Stock Price Prediction Using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21698" y="3196653"/>
            <a:ext cx="6400800" cy="1752600"/>
          </a:xfrm>
        </p:spPr>
        <p:txBody>
          <a:bodyPr/>
          <a:lstStyle/>
          <a:p>
            <a:pPr>
              <a:defRPr sz="2400"/>
            </a:pPr>
            <a:r>
              <a:rPr i="1" dirty="0"/>
              <a:t>Minor Project</a:t>
            </a:r>
            <a:r>
              <a:rPr lang="en-IN" i="1" dirty="0"/>
              <a:t>.</a:t>
            </a:r>
            <a:endParaRPr i="1" dirty="0"/>
          </a:p>
          <a:p>
            <a:pPr>
              <a:defRPr sz="2400"/>
            </a:pPr>
            <a:r>
              <a:rPr lang="en-IN" i="1" dirty="0"/>
              <a:t>Done by: </a:t>
            </a:r>
            <a:r>
              <a:rPr i="1" dirty="0"/>
              <a:t>Catherin Jesintha J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Introduction</a:t>
            </a:r>
            <a:r>
              <a:rPr lang="en-IN" dirty="0"/>
              <a:t>.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  <a:defRPr sz="2400"/>
            </a:pPr>
            <a:r>
              <a:rPr lang="en-US" dirty="0"/>
              <a:t>         Machine Learning is widely used in finance to predict stock prices and analyze market trends. Predicting stock prices accurately can help investors make informed decisions.</a:t>
            </a:r>
          </a:p>
          <a:p>
            <a:pPr marL="0" indent="0">
              <a:buNone/>
              <a:defRPr sz="2400"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  <a:defRPr sz="2400"/>
            </a:pPr>
            <a:r>
              <a:rPr lang="en-US" dirty="0"/>
              <a:t>        This project focuses on predicting Apple's closing stock price using historical stock data and a Linear Regression model.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Objectives</a:t>
            </a:r>
            <a:r>
              <a:rPr lang="en-IN" dirty="0"/>
              <a:t>.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  <a:defRPr sz="2400"/>
            </a:pPr>
            <a:r>
              <a:rPr dirty="0"/>
              <a:t> Analyze stock data</a:t>
            </a:r>
            <a:r>
              <a:rPr lang="en-IN" dirty="0"/>
              <a:t>.</a:t>
            </a:r>
            <a:endParaRPr dirty="0"/>
          </a:p>
          <a:p>
            <a:pPr>
              <a:buFont typeface="Wingdings" panose="05000000000000000000" pitchFamily="2" charset="2"/>
              <a:buChar char="§"/>
              <a:defRPr sz="2400"/>
            </a:pPr>
            <a:r>
              <a:rPr dirty="0"/>
              <a:t> Train Linear Regression</a:t>
            </a:r>
            <a:r>
              <a:rPr lang="en-IN" dirty="0"/>
              <a:t>.</a:t>
            </a:r>
            <a:endParaRPr dirty="0"/>
          </a:p>
          <a:p>
            <a:pPr>
              <a:buFont typeface="Wingdings" panose="05000000000000000000" pitchFamily="2" charset="2"/>
              <a:buChar char="§"/>
              <a:defRPr sz="2400"/>
            </a:pPr>
            <a:r>
              <a:rPr dirty="0"/>
              <a:t> Predict closing price</a:t>
            </a:r>
            <a:r>
              <a:rPr lang="en-IN" dirty="0"/>
              <a:t>.</a:t>
            </a:r>
            <a:endParaRPr dirty="0"/>
          </a:p>
          <a:p>
            <a:pPr>
              <a:buFont typeface="Wingdings" panose="05000000000000000000" pitchFamily="2" charset="2"/>
              <a:buChar char="§"/>
              <a:defRPr sz="2400"/>
            </a:pPr>
            <a:r>
              <a:rPr dirty="0"/>
              <a:t> Visualize results</a:t>
            </a:r>
            <a:r>
              <a:rPr lang="en-IN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Tools</a:t>
            </a:r>
            <a:r>
              <a:rPr lang="en-IN" dirty="0"/>
              <a:t>.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  <a:defRPr sz="2400"/>
            </a:pPr>
            <a:r>
              <a:rPr dirty="0"/>
              <a:t>Python</a:t>
            </a:r>
            <a:r>
              <a:rPr lang="en-IN" dirty="0"/>
              <a:t>.</a:t>
            </a:r>
          </a:p>
          <a:p>
            <a:pPr>
              <a:buFont typeface="Wingdings" panose="05000000000000000000" pitchFamily="2" charset="2"/>
              <a:buChar char="Ø"/>
              <a:defRPr sz="2400"/>
            </a:pPr>
            <a:r>
              <a:rPr lang="en-IN" dirty="0"/>
              <a:t>VS Code.</a:t>
            </a:r>
          </a:p>
          <a:p>
            <a:pPr>
              <a:buFont typeface="Wingdings" panose="05000000000000000000" pitchFamily="2" charset="2"/>
              <a:buChar char="Ø"/>
              <a:defRPr sz="2400"/>
            </a:pPr>
            <a:r>
              <a:rPr lang="en-IN" dirty="0"/>
              <a:t>NumPy.</a:t>
            </a:r>
          </a:p>
          <a:p>
            <a:pPr>
              <a:buFont typeface="Wingdings" panose="05000000000000000000" pitchFamily="2" charset="2"/>
              <a:buChar char="Ø"/>
              <a:defRPr sz="2400"/>
            </a:pPr>
            <a:r>
              <a:rPr dirty="0"/>
              <a:t>Pandas</a:t>
            </a:r>
            <a:r>
              <a:rPr lang="en-IN" dirty="0"/>
              <a:t>.</a:t>
            </a:r>
            <a:endParaRPr dirty="0"/>
          </a:p>
          <a:p>
            <a:pPr>
              <a:buFont typeface="Wingdings" panose="05000000000000000000" pitchFamily="2" charset="2"/>
              <a:buChar char="Ø"/>
              <a:defRPr sz="2400"/>
            </a:pPr>
            <a:r>
              <a:rPr dirty="0"/>
              <a:t>Matplotlib</a:t>
            </a:r>
            <a:r>
              <a:rPr lang="en-IN" dirty="0"/>
              <a:t>.</a:t>
            </a:r>
            <a:endParaRPr dirty="0"/>
          </a:p>
          <a:p>
            <a:pPr>
              <a:buFont typeface="Wingdings" panose="05000000000000000000" pitchFamily="2" charset="2"/>
              <a:buChar char="Ø"/>
              <a:defRPr sz="2400"/>
            </a:pPr>
            <a:r>
              <a:rPr dirty="0"/>
              <a:t>Scikit-learn</a:t>
            </a:r>
            <a:r>
              <a:rPr lang="en-IN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Dataset</a:t>
            </a:r>
            <a:r>
              <a:rPr lang="en-IN" dirty="0"/>
              <a:t>.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rPr dirty="0"/>
              <a:t>AAPL.csv</a:t>
            </a:r>
          </a:p>
          <a:p>
            <a:pPr>
              <a:defRPr sz="2400"/>
            </a:pPr>
            <a:r>
              <a:rPr dirty="0"/>
              <a:t>Features: </a:t>
            </a:r>
            <a:r>
              <a:rPr lang="en-IN" dirty="0"/>
              <a:t>Date,</a:t>
            </a:r>
            <a:r>
              <a:rPr dirty="0"/>
              <a:t>Open, High, Low</a:t>
            </a:r>
            <a:r>
              <a:rPr lang="en-IN" dirty="0"/>
              <a:t>, Day Difference,</a:t>
            </a:r>
            <a:r>
              <a:rPr dirty="0"/>
              <a:t> Volume</a:t>
            </a:r>
            <a:r>
              <a:rPr lang="en-IN" dirty="0"/>
              <a:t>.</a:t>
            </a:r>
            <a:endParaRPr dirty="0"/>
          </a:p>
          <a:p>
            <a:pPr>
              <a:defRPr sz="2400"/>
            </a:pPr>
            <a:r>
              <a:rPr dirty="0"/>
              <a:t>Target: Close</a:t>
            </a:r>
            <a:r>
              <a:rPr lang="en-IN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Methodology</a:t>
            </a:r>
            <a:r>
              <a:rPr lang="en-IN" dirty="0"/>
              <a:t>.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013142"/>
          </a:xfrm>
        </p:spPr>
        <p:txBody>
          <a:bodyPr>
            <a:normAutofit/>
          </a:bodyPr>
          <a:lstStyle/>
          <a:p>
            <a:pPr marL="0" indent="0">
              <a:buNone/>
              <a:defRPr sz="2400"/>
            </a:pPr>
            <a:r>
              <a:rPr lang="en-IN" dirty="0"/>
              <a:t>The project follows these steps:</a:t>
            </a:r>
          </a:p>
          <a:p>
            <a:pPr>
              <a:defRPr sz="2400"/>
            </a:pPr>
            <a:r>
              <a:rPr lang="en-US" dirty="0"/>
              <a:t>Dataset Collection.</a:t>
            </a:r>
          </a:p>
          <a:p>
            <a:pPr>
              <a:defRPr sz="2400"/>
            </a:pPr>
            <a:r>
              <a:rPr lang="en-US" dirty="0"/>
              <a:t>Data Loading.</a:t>
            </a:r>
          </a:p>
          <a:p>
            <a:pPr>
              <a:defRPr sz="2400"/>
            </a:pPr>
            <a:r>
              <a:rPr lang="en-US" dirty="0"/>
              <a:t>Data Cleaning.</a:t>
            </a:r>
          </a:p>
          <a:p>
            <a:pPr>
              <a:defRPr sz="2400"/>
            </a:pPr>
            <a:r>
              <a:rPr lang="en-US" dirty="0"/>
              <a:t>Date Conversion.</a:t>
            </a:r>
          </a:p>
          <a:p>
            <a:pPr>
              <a:defRPr sz="2400"/>
            </a:pPr>
            <a:r>
              <a:rPr lang="en-US" dirty="0"/>
              <a:t>Feature Selection.</a:t>
            </a:r>
          </a:p>
          <a:p>
            <a:pPr>
              <a:defRPr sz="2400"/>
            </a:pPr>
            <a:r>
              <a:rPr lang="en-US" dirty="0"/>
              <a:t>Train-Test Split.</a:t>
            </a:r>
          </a:p>
          <a:p>
            <a:pPr>
              <a:defRPr sz="2400"/>
            </a:pPr>
            <a:r>
              <a:rPr lang="en-US" dirty="0"/>
              <a:t>Model Training.</a:t>
            </a:r>
          </a:p>
          <a:p>
            <a:pPr>
              <a:defRPr sz="2400"/>
            </a:pPr>
            <a:r>
              <a:rPr lang="en-US" dirty="0"/>
              <a:t>Prediction.</a:t>
            </a:r>
          </a:p>
          <a:p>
            <a:pPr>
              <a:defRPr sz="2400"/>
            </a:pPr>
            <a:r>
              <a:rPr lang="en-US" dirty="0"/>
              <a:t>Performance Evaluation.</a:t>
            </a:r>
          </a:p>
          <a:p>
            <a:pPr>
              <a:defRPr sz="2400"/>
            </a:pPr>
            <a:r>
              <a:rPr lang="en-US" dirty="0"/>
              <a:t>Data Visualization.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Algorithm</a:t>
            </a:r>
            <a:r>
              <a:rPr lang="en-IN" dirty="0"/>
              <a:t>.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400"/>
            </a:pPr>
            <a:r>
              <a:rPr b="1" dirty="0"/>
              <a:t>Linear Regression</a:t>
            </a:r>
            <a:r>
              <a:rPr lang="en-IN" b="1" dirty="0"/>
              <a:t>.</a:t>
            </a:r>
          </a:p>
          <a:p>
            <a:pPr marL="0" indent="0">
              <a:buNone/>
              <a:defRPr sz="2400"/>
            </a:pPr>
            <a:r>
              <a:rPr lang="en-IN" b="1" dirty="0"/>
              <a:t>                                    </a:t>
            </a:r>
            <a:r>
              <a:rPr lang="en-US" dirty="0"/>
              <a:t>Linear</a:t>
            </a:r>
            <a:r>
              <a:rPr lang="en-US" b="1" dirty="0"/>
              <a:t> </a:t>
            </a:r>
            <a:r>
              <a:rPr lang="en-US" dirty="0"/>
              <a:t>Regression is a supervised machine learning algorithm used for predicting continuous values.</a:t>
            </a:r>
          </a:p>
          <a:p>
            <a:pPr marL="0" indent="0">
              <a:buNone/>
              <a:defRPr sz="2400"/>
            </a:pPr>
            <a:endParaRPr lang="en-US" b="1" dirty="0"/>
          </a:p>
          <a:p>
            <a:pPr marL="0" indent="0">
              <a:buNone/>
              <a:defRPr sz="2400"/>
            </a:pPr>
            <a:endParaRPr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Results</a:t>
            </a:r>
            <a:r>
              <a:rPr lang="en-IN" dirty="0"/>
              <a:t>.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  <a:defRPr sz="2400"/>
            </a:pPr>
            <a:r>
              <a:rPr dirty="0"/>
              <a:t>Model trained successfully.</a:t>
            </a:r>
          </a:p>
          <a:p>
            <a:pPr>
              <a:buFont typeface="Wingdings" panose="05000000000000000000" pitchFamily="2" charset="2"/>
              <a:buChar char="ü"/>
              <a:defRPr sz="2400"/>
            </a:pPr>
            <a:r>
              <a:rPr dirty="0"/>
              <a:t>Actual vs Predicted graph generated.</a:t>
            </a:r>
          </a:p>
          <a:p>
            <a:pPr>
              <a:buFont typeface="Wingdings" panose="05000000000000000000" pitchFamily="2" charset="2"/>
              <a:buChar char="ü"/>
              <a:defRPr sz="2400"/>
            </a:pPr>
            <a:r>
              <a:rPr dirty="0"/>
              <a:t>R² Score and MAE calculated.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400"/>
            </a:pPr>
            <a:r>
              <a:rPr lang="en-IN" dirty="0"/>
              <a:t>            </a:t>
            </a:r>
            <a:r>
              <a:rPr dirty="0"/>
              <a:t>Machine Learning can predict stock prices using historical data.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B3409B8-30EE-82DA-A515-0450359D9DEE}"/>
              </a:ext>
            </a:extLst>
          </p:cNvPr>
          <p:cNvSpPr/>
          <p:nvPr/>
        </p:nvSpPr>
        <p:spPr>
          <a:xfrm>
            <a:off x="2248962" y="2382718"/>
            <a:ext cx="422635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THANK YOU.</a:t>
            </a:r>
            <a:endParaRPr lang="en-US" sz="54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92604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216</Words>
  <Application>Microsoft Office PowerPoint</Application>
  <PresentationFormat>On-screen Show (4:3)</PresentationFormat>
  <Paragraphs>45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Wingdings</vt:lpstr>
      <vt:lpstr>Office Theme</vt:lpstr>
      <vt:lpstr>Apple Stock Price Prediction Using Machine Learning</vt:lpstr>
      <vt:lpstr>Introduction.</vt:lpstr>
      <vt:lpstr>Objectives.</vt:lpstr>
      <vt:lpstr>Tools.</vt:lpstr>
      <vt:lpstr>Dataset.</vt:lpstr>
      <vt:lpstr>Methodology.</vt:lpstr>
      <vt:lpstr>Algorithm.</vt:lpstr>
      <vt:lpstr>Results.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Catherin Jesintha J</cp:lastModifiedBy>
  <cp:revision>2</cp:revision>
  <dcterms:created xsi:type="dcterms:W3CDTF">2013-01-27T09:14:16Z</dcterms:created>
  <dcterms:modified xsi:type="dcterms:W3CDTF">2026-07-11T11:16:21Z</dcterms:modified>
  <cp:category/>
</cp:coreProperties>
</file>